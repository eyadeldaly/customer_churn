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 CHURN PREDICTION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Supervised ML  ·  Binary Classification  ·  Telecom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 we predict which customers will leave — so the company can act early?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 —  TITLE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/ 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76895" y="6446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INTRO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business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0" y="1645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Churn (Yes / No) — binary classification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2560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Losing a customer costs more than a false alarm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metric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Recall &amp; F1 for Churn (catch leavers before they go)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389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case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0" y="4389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Flag high-risk customers → offer plan or longer contract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—  PROBLEM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/ 07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76895" y="6446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BUSINESS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data shows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7,043 customers  ·  ~27% churn  ·  no duplicates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E8E2D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Contract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Month-to-month customers churn far more than 1-year or 2-year plans.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210312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E8E2D4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Tenure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29260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Customers who leave have shorter average tenure (newer customers).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E8E2D4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Charges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66760" y="29260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Leavers tend to pay higher monthly charges than those who stay.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212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Patterns in the data — not proof of causation.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—  FINDINGS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/ 07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76895" y="6446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the models were built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Drop customerID  ·  encode Churn (Yes=1, No=0)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Stratified 80/20 train–test split (fixed random_state)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Pipeline: impute + scale numeric · impute + one-hot categorical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Fit preprocessing on train only — no data leakage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 Baseline + 3 models  ·  then GridSearchCV on Gradient Boosting (F1)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—  METHOD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/ 07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76895" y="6446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MODELLING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 comparison (test set)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920240"/>
                <a:gridCol w="1920240"/>
                <a:gridCol w="1920240"/>
                <a:gridCol w="1920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Model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Accuracy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Precision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Recall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Baseline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~0.73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0.00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0.00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0.00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Logistic Regression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~0.81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~0.66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~0.56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~0.60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Decision Tree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~0.73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~0.49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~0.51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~0.50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Random Forest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~0.78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~0.60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~0.48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~0.53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DA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Tuned Grad. Boosting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DA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~0.80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DA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~0.66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DA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~0.52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3DA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~0.58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03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catches zero churners. Trees overfit. Tuned GB + LR generalise better.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—  RESULTS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/ 07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076895" y="6446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METRICS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Actions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E8E2D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Recommended actions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Contact high-risk customers with a discount or loyalty offer.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Encourage a longer contract (1–2 year) with a small incentive.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E8E2D4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46888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Class imbalance — some churners are still missed (FN).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Snapshot data — retrain as behaviour changes.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Correlation is not causation.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—  VALUE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/ 07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76895" y="6446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BUSINESS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Recommendation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3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the tuned Gradient Boosting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Validated with cross-validation on training data only.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Beats baseline on Recall and F1. Good balance for retention work.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a simple story to managers → Logistic Regression is a solid alternative.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 —  CLOSE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/ 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76895" y="6446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B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RECOMMENDATION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</dc:title>
  <dc:subject>PptxGenJS Presentation</dc:subject>
  <dc:creator>Student Project</dc:creator>
  <cp:lastModifiedBy>Student Project</cp:lastModifiedBy>
  <cp:revision>1</cp:revision>
  <dcterms:created xsi:type="dcterms:W3CDTF">2026-10-15T17:23:53Z</dcterms:created>
  <dcterms:modified xsi:type="dcterms:W3CDTF">2026-10-15T17:23:53Z</dcterms:modified>
</cp:coreProperties>
</file>